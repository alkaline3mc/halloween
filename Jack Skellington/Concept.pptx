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59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-116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E157F-14D0-495D-9A36-3132E67492CF}" type="datetimeFigureOut">
              <a:rPr lang="en-US" smtClean="0"/>
              <a:pPr/>
              <a:t>10/15/2015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Jack_Skellington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383205" y="0"/>
            <a:ext cx="4377589" cy="6858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385388" y="651589"/>
            <a:ext cx="580052" cy="580052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648269" y="1688841"/>
            <a:ext cx="1278294" cy="1212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3377682" y="660920"/>
            <a:ext cx="19438" cy="56372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 flipV="1">
            <a:off x="4170784" y="2612571"/>
            <a:ext cx="774440" cy="34336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53148" y="718457"/>
            <a:ext cx="1000888" cy="110820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21" name="Straight Arrow Connector 20"/>
          <p:cNvCxnSpPr>
            <a:stCxn id="1026" idx="3"/>
          </p:cNvCxnSpPr>
          <p:nvPr/>
        </p:nvCxnSpPr>
        <p:spPr>
          <a:xfrm>
            <a:off x="2454036" y="1272559"/>
            <a:ext cx="1156911" cy="425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026" idx="3"/>
          </p:cNvCxnSpPr>
          <p:nvPr/>
        </p:nvCxnSpPr>
        <p:spPr>
          <a:xfrm>
            <a:off x="2454036" y="1272559"/>
            <a:ext cx="2043319" cy="309416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4161453" y="1352939"/>
            <a:ext cx="606491" cy="127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4739952" y="1240971"/>
            <a:ext cx="18660" cy="1399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90261" y="2068759"/>
            <a:ext cx="1142126" cy="95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TextBox 34"/>
          <p:cNvSpPr txBox="1"/>
          <p:nvPr/>
        </p:nvSpPr>
        <p:spPr>
          <a:xfrm>
            <a:off x="-419878" y="6904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cxnSp>
        <p:nvCxnSpPr>
          <p:cNvPr id="36" name="Straight Arrow Connector 35"/>
          <p:cNvCxnSpPr>
            <a:stCxn id="1027" idx="3"/>
          </p:cNvCxnSpPr>
          <p:nvPr/>
        </p:nvCxnSpPr>
        <p:spPr>
          <a:xfrm flipV="1">
            <a:off x="2532387" y="1614196"/>
            <a:ext cx="1498437" cy="93145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027" idx="3"/>
          </p:cNvCxnSpPr>
          <p:nvPr/>
        </p:nvCxnSpPr>
        <p:spPr>
          <a:xfrm flipV="1">
            <a:off x="2532387" y="1278294"/>
            <a:ext cx="1647727" cy="126735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853" y="3480318"/>
            <a:ext cx="2301368" cy="2328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210385" y="1670180"/>
            <a:ext cx="2403908" cy="262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570375" y="3913841"/>
            <a:ext cx="3364463" cy="2724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982615" y="121299"/>
            <a:ext cx="2946781" cy="1976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6547" t="933" r="4701" b="667"/>
          <a:stretch/>
        </p:blipFill>
        <p:spPr bwMode="auto">
          <a:xfrm>
            <a:off x="9144" y="64008"/>
            <a:ext cx="7799832" cy="6748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Oval 4"/>
          <p:cNvSpPr/>
          <p:nvPr/>
        </p:nvSpPr>
        <p:spPr>
          <a:xfrm>
            <a:off x="3543581" y="73090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297072" y="73090"/>
            <a:ext cx="3887" cy="6635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35270" y="1278294"/>
            <a:ext cx="76884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5605645" y="1430694"/>
            <a:ext cx="1399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4290029" y="1508450"/>
            <a:ext cx="131872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246461" y="4478694"/>
            <a:ext cx="0" cy="195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324217" y="2640936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511296" y="1078992"/>
            <a:ext cx="778733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endCxn id="2" idx="0"/>
          </p:cNvCxnSpPr>
          <p:nvPr/>
        </p:nvCxnSpPr>
        <p:spPr>
          <a:xfrm>
            <a:off x="3900545" y="774440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4421753" y="1078992"/>
            <a:ext cx="0" cy="15802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0545" y="1837944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/>
          <a:srcRect l="520" r="329"/>
          <a:stretch/>
        </p:blipFill>
        <p:spPr>
          <a:xfrm rot="16200000">
            <a:off x="5080391" y="2999292"/>
            <a:ext cx="6748272" cy="87770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165940" y="1075944"/>
            <a:ext cx="601601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03389" y="79186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8579225" y="780536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8335385" y="2628744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8266773" y="4475646"/>
            <a:ext cx="0" cy="221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8478641" y="1825752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664853" y="2529530"/>
            <a:ext cx="4590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664853" y="2164080"/>
            <a:ext cx="468001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>
            <a:off x="6997959" y="1583094"/>
            <a:ext cx="7277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388220" y="2167184"/>
            <a:ext cx="357067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8136" t="8640" r="20074" b="14818"/>
          <a:stretch>
            <a:fillRect/>
          </a:stretch>
        </p:blipFill>
        <p:spPr bwMode="auto">
          <a:xfrm>
            <a:off x="1791478" y="522524"/>
            <a:ext cx="5355771" cy="58689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076061" y="2761488"/>
            <a:ext cx="492500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2122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6143" t="1201" r="4064" b="2000"/>
          <a:stretch>
            <a:fillRect/>
          </a:stretch>
        </p:blipFill>
        <p:spPr bwMode="auto">
          <a:xfrm rot="5400000">
            <a:off x="2198494" y="948185"/>
            <a:ext cx="4691027" cy="48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123889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7691" t="1406" r="1727" b="619"/>
          <a:stretch>
            <a:fillRect/>
          </a:stretch>
        </p:blipFill>
        <p:spPr bwMode="auto">
          <a:xfrm rot="16200000">
            <a:off x="2143899" y="748591"/>
            <a:ext cx="4693299" cy="5323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5531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5335</TotalTime>
  <Words>0</Words>
  <Application>Microsoft Office PowerPoint</Application>
  <PresentationFormat>On-screen Show (4:3)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Matthew James Connolly</dc:creator>
  <cp:lastModifiedBy>Matthew James Connolly</cp:lastModifiedBy>
  <cp:revision>486</cp:revision>
  <dcterms:created xsi:type="dcterms:W3CDTF">2015-10-05T20:49:53Z</dcterms:created>
  <dcterms:modified xsi:type="dcterms:W3CDTF">2015-10-15T21:42:06Z</dcterms:modified>
</cp:coreProperties>
</file>