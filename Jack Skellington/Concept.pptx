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62" r:id="rId7"/>
    <p:sldId id="259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0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E157F-14D0-495D-9A36-3132E67492CF}" type="datetimeFigureOut">
              <a:rPr lang="en-US" smtClean="0"/>
              <a:pPr/>
              <a:t>10/7/2015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B8767-F78A-4FF1-8FED-E23AC60846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E157F-14D0-495D-9A36-3132E67492CF}" type="datetimeFigureOut">
              <a:rPr lang="en-US" smtClean="0"/>
              <a:pPr/>
              <a:t>10/7/2015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B8767-F78A-4FF1-8FED-E23AC60846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E157F-14D0-495D-9A36-3132E67492CF}" type="datetimeFigureOut">
              <a:rPr lang="en-US" smtClean="0"/>
              <a:pPr/>
              <a:t>10/7/2015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B8767-F78A-4FF1-8FED-E23AC60846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E157F-14D0-495D-9A36-3132E67492CF}" type="datetimeFigureOut">
              <a:rPr lang="en-US" smtClean="0"/>
              <a:pPr/>
              <a:t>10/7/2015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B8767-F78A-4FF1-8FED-E23AC60846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E157F-14D0-495D-9A36-3132E67492CF}" type="datetimeFigureOut">
              <a:rPr lang="en-US" smtClean="0"/>
              <a:pPr/>
              <a:t>10/7/2015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B8767-F78A-4FF1-8FED-E23AC60846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E157F-14D0-495D-9A36-3132E67492CF}" type="datetimeFigureOut">
              <a:rPr lang="en-US" smtClean="0"/>
              <a:pPr/>
              <a:t>10/7/2015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B8767-F78A-4FF1-8FED-E23AC60846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E157F-14D0-495D-9A36-3132E67492CF}" type="datetimeFigureOut">
              <a:rPr lang="en-US" smtClean="0"/>
              <a:pPr/>
              <a:t>10/7/2015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B8767-F78A-4FF1-8FED-E23AC60846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E157F-14D0-495D-9A36-3132E67492CF}" type="datetimeFigureOut">
              <a:rPr lang="en-US" smtClean="0"/>
              <a:pPr/>
              <a:t>10/7/2015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B8767-F78A-4FF1-8FED-E23AC60846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E157F-14D0-495D-9A36-3132E67492CF}" type="datetimeFigureOut">
              <a:rPr lang="en-US" smtClean="0"/>
              <a:pPr/>
              <a:t>10/7/2015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B8767-F78A-4FF1-8FED-E23AC60846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E157F-14D0-495D-9A36-3132E67492CF}" type="datetimeFigureOut">
              <a:rPr lang="en-US" smtClean="0"/>
              <a:pPr/>
              <a:t>10/7/2015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B8767-F78A-4FF1-8FED-E23AC60846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E157F-14D0-495D-9A36-3132E67492CF}" type="datetimeFigureOut">
              <a:rPr lang="en-US" smtClean="0"/>
              <a:pPr/>
              <a:t>10/7/2015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B8767-F78A-4FF1-8FED-E23AC60846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E157F-14D0-495D-9A36-3132E67492CF}" type="datetimeFigureOut">
              <a:rPr lang="en-US" smtClean="0"/>
              <a:pPr/>
              <a:t>10/7/2015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B8767-F78A-4FF1-8FED-E23AC608469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Jack_Skellingto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3205" y="0"/>
            <a:ext cx="4377589" cy="68580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385388" y="651589"/>
            <a:ext cx="580052" cy="580052"/>
          </a:xfrm>
          <a:prstGeom prst="ellipse">
            <a:avLst/>
          </a:prstGeom>
          <a:solidFill>
            <a:srgbClr val="FF0000">
              <a:alpha val="9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3648269" y="1688841"/>
            <a:ext cx="1278294" cy="1212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3377682" y="660920"/>
            <a:ext cx="19438" cy="56372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4170784" y="2612571"/>
            <a:ext cx="774440" cy="34336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53148" y="718457"/>
            <a:ext cx="1000888" cy="110820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cxnSp>
        <p:nvCxnSpPr>
          <p:cNvPr id="21" name="Straight Arrow Connector 20"/>
          <p:cNvCxnSpPr>
            <a:stCxn id="1026" idx="3"/>
          </p:cNvCxnSpPr>
          <p:nvPr/>
        </p:nvCxnSpPr>
        <p:spPr>
          <a:xfrm>
            <a:off x="2454036" y="1272559"/>
            <a:ext cx="1156911" cy="4256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026" idx="3"/>
          </p:cNvCxnSpPr>
          <p:nvPr/>
        </p:nvCxnSpPr>
        <p:spPr>
          <a:xfrm>
            <a:off x="2454036" y="1272559"/>
            <a:ext cx="2043319" cy="30941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4161453" y="1352939"/>
            <a:ext cx="606491" cy="12782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4739952" y="1240971"/>
            <a:ext cx="18660" cy="1399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90261" y="2068759"/>
            <a:ext cx="1142126" cy="95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TextBox 34"/>
          <p:cNvSpPr txBox="1"/>
          <p:nvPr/>
        </p:nvSpPr>
        <p:spPr>
          <a:xfrm>
            <a:off x="-419878" y="6904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36" name="Straight Arrow Connector 35"/>
          <p:cNvCxnSpPr>
            <a:stCxn id="1027" idx="3"/>
          </p:cNvCxnSpPr>
          <p:nvPr/>
        </p:nvCxnSpPr>
        <p:spPr>
          <a:xfrm flipV="1">
            <a:off x="2532387" y="1614196"/>
            <a:ext cx="1498437" cy="93145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027" idx="3"/>
          </p:cNvCxnSpPr>
          <p:nvPr/>
        </p:nvCxnSpPr>
        <p:spPr>
          <a:xfrm flipV="1">
            <a:off x="2532387" y="1278294"/>
            <a:ext cx="1647727" cy="126735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6547" t="933" r="4701" b="667"/>
          <a:stretch/>
        </p:blipFill>
        <p:spPr bwMode="auto">
          <a:xfrm>
            <a:off x="9144" y="64008"/>
            <a:ext cx="7799832" cy="67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3543581" y="73090"/>
            <a:ext cx="701350" cy="701350"/>
          </a:xfrm>
          <a:prstGeom prst="ellipse">
            <a:avLst/>
          </a:prstGeom>
          <a:solidFill>
            <a:srgbClr val="FF0000">
              <a:alpha val="9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3297072" y="73090"/>
            <a:ext cx="3887" cy="6635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5270" y="1278294"/>
            <a:ext cx="76884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605645" y="1430694"/>
            <a:ext cx="139959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290029" y="1508450"/>
            <a:ext cx="131872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46461" y="4478694"/>
            <a:ext cx="0" cy="22113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324217" y="2640936"/>
            <a:ext cx="0" cy="18412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511296" y="1078992"/>
            <a:ext cx="778733" cy="758952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>
            <a:endCxn id="2" idx="0"/>
          </p:cNvCxnSpPr>
          <p:nvPr/>
        </p:nvCxnSpPr>
        <p:spPr>
          <a:xfrm>
            <a:off x="3900545" y="774440"/>
            <a:ext cx="118" cy="3045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421753" y="1078992"/>
            <a:ext cx="0" cy="15802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900545" y="1837944"/>
            <a:ext cx="0" cy="3383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20" r="329"/>
          <a:stretch/>
        </p:blipFill>
        <p:spPr>
          <a:xfrm rot="16200000">
            <a:off x="5080391" y="2999292"/>
            <a:ext cx="6748272" cy="87770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165940" y="1075944"/>
            <a:ext cx="601601" cy="758952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8103389" y="79186"/>
            <a:ext cx="701350" cy="701350"/>
          </a:xfrm>
          <a:prstGeom prst="ellipse">
            <a:avLst/>
          </a:prstGeom>
          <a:solidFill>
            <a:srgbClr val="FF0000">
              <a:alpha val="9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8579225" y="780536"/>
            <a:ext cx="118" cy="3045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335385" y="2628744"/>
            <a:ext cx="0" cy="18412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266773" y="4475646"/>
            <a:ext cx="0" cy="22113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8478641" y="1825752"/>
            <a:ext cx="0" cy="3383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664853" y="2529530"/>
            <a:ext cx="4590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664853" y="2164080"/>
            <a:ext cx="468001" cy="357892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8136" t="8640" r="20074" b="14818"/>
          <a:stretch>
            <a:fillRect/>
          </a:stretch>
        </p:blipFill>
        <p:spPr bwMode="auto">
          <a:xfrm>
            <a:off x="1791478" y="522524"/>
            <a:ext cx="5355771" cy="5868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Freeform 6"/>
          <p:cNvSpPr/>
          <p:nvPr/>
        </p:nvSpPr>
        <p:spPr>
          <a:xfrm>
            <a:off x="2076061" y="1268963"/>
            <a:ext cx="4925009" cy="5012094"/>
          </a:xfrm>
          <a:custGeom>
            <a:avLst/>
            <a:gdLst>
              <a:gd name="connsiteX0" fmla="*/ 3484984 w 4925009"/>
              <a:gd name="connsiteY0" fmla="*/ 0 h 5012094"/>
              <a:gd name="connsiteX1" fmla="*/ 4184780 w 4925009"/>
              <a:gd name="connsiteY1" fmla="*/ 233266 h 5012094"/>
              <a:gd name="connsiteX2" fmla="*/ 4520682 w 4925009"/>
              <a:gd name="connsiteY2" fmla="*/ 559837 h 5012094"/>
              <a:gd name="connsiteX3" fmla="*/ 4763278 w 4925009"/>
              <a:gd name="connsiteY3" fmla="*/ 1082351 h 5012094"/>
              <a:gd name="connsiteX4" fmla="*/ 4912568 w 4925009"/>
              <a:gd name="connsiteY4" fmla="*/ 2080727 h 5012094"/>
              <a:gd name="connsiteX5" fmla="*/ 4837923 w 4925009"/>
              <a:gd name="connsiteY5" fmla="*/ 3163078 h 5012094"/>
              <a:gd name="connsiteX6" fmla="*/ 4474029 w 4925009"/>
              <a:gd name="connsiteY6" fmla="*/ 4049486 h 5012094"/>
              <a:gd name="connsiteX7" fmla="*/ 3736910 w 4925009"/>
              <a:gd name="connsiteY7" fmla="*/ 4683968 h 5012094"/>
              <a:gd name="connsiteX8" fmla="*/ 2747866 w 4925009"/>
              <a:gd name="connsiteY8" fmla="*/ 4982547 h 5012094"/>
              <a:gd name="connsiteX9" fmla="*/ 1721498 w 4925009"/>
              <a:gd name="connsiteY9" fmla="*/ 4861249 h 5012094"/>
              <a:gd name="connsiteX10" fmla="*/ 891074 w 4925009"/>
              <a:gd name="connsiteY10" fmla="*/ 4217437 h 5012094"/>
              <a:gd name="connsiteX11" fmla="*/ 312576 w 4925009"/>
              <a:gd name="connsiteY11" fmla="*/ 2855168 h 5012094"/>
              <a:gd name="connsiteX12" fmla="*/ 79310 w 4925009"/>
              <a:gd name="connsiteY12" fmla="*/ 2062066 h 5012094"/>
              <a:gd name="connsiteX13" fmla="*/ 13996 w 4925009"/>
              <a:gd name="connsiteY13" fmla="*/ 1334278 h 5012094"/>
              <a:gd name="connsiteX14" fmla="*/ 163286 w 4925009"/>
              <a:gd name="connsiteY14" fmla="*/ 597159 h 5012094"/>
              <a:gd name="connsiteX15" fmla="*/ 405882 w 4925009"/>
              <a:gd name="connsiteY15" fmla="*/ 242596 h 5012094"/>
              <a:gd name="connsiteX16" fmla="*/ 517849 w 4925009"/>
              <a:gd name="connsiteY16" fmla="*/ 186613 h 501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925009" h="5012094">
                <a:moveTo>
                  <a:pt x="3484984" y="0"/>
                </a:moveTo>
                <a:cubicBezTo>
                  <a:pt x="3748574" y="69980"/>
                  <a:pt x="4012164" y="139960"/>
                  <a:pt x="4184780" y="233266"/>
                </a:cubicBezTo>
                <a:cubicBezTo>
                  <a:pt x="4357396" y="326572"/>
                  <a:pt x="4424266" y="418323"/>
                  <a:pt x="4520682" y="559837"/>
                </a:cubicBezTo>
                <a:cubicBezTo>
                  <a:pt x="4617098" y="701351"/>
                  <a:pt x="4697964" y="828869"/>
                  <a:pt x="4763278" y="1082351"/>
                </a:cubicBezTo>
                <a:cubicBezTo>
                  <a:pt x="4828592" y="1335833"/>
                  <a:pt x="4900127" y="1733939"/>
                  <a:pt x="4912568" y="2080727"/>
                </a:cubicBezTo>
                <a:cubicBezTo>
                  <a:pt x="4925009" y="2427515"/>
                  <a:pt x="4911013" y="2834952"/>
                  <a:pt x="4837923" y="3163078"/>
                </a:cubicBezTo>
                <a:cubicBezTo>
                  <a:pt x="4764833" y="3491204"/>
                  <a:pt x="4657531" y="3796004"/>
                  <a:pt x="4474029" y="4049486"/>
                </a:cubicBezTo>
                <a:cubicBezTo>
                  <a:pt x="4290527" y="4302968"/>
                  <a:pt x="4024604" y="4528458"/>
                  <a:pt x="3736910" y="4683968"/>
                </a:cubicBezTo>
                <a:cubicBezTo>
                  <a:pt x="3449216" y="4839478"/>
                  <a:pt x="3083768" y="4953000"/>
                  <a:pt x="2747866" y="4982547"/>
                </a:cubicBezTo>
                <a:cubicBezTo>
                  <a:pt x="2411964" y="5012094"/>
                  <a:pt x="2030963" y="4988767"/>
                  <a:pt x="1721498" y="4861249"/>
                </a:cubicBezTo>
                <a:cubicBezTo>
                  <a:pt x="1412033" y="4733731"/>
                  <a:pt x="1125894" y="4551784"/>
                  <a:pt x="891074" y="4217437"/>
                </a:cubicBezTo>
                <a:cubicBezTo>
                  <a:pt x="656254" y="3883090"/>
                  <a:pt x="447870" y="3214396"/>
                  <a:pt x="312576" y="2855168"/>
                </a:cubicBezTo>
                <a:cubicBezTo>
                  <a:pt x="177282" y="2495940"/>
                  <a:pt x="129073" y="2315548"/>
                  <a:pt x="79310" y="2062066"/>
                </a:cubicBezTo>
                <a:cubicBezTo>
                  <a:pt x="29547" y="1808584"/>
                  <a:pt x="0" y="1578429"/>
                  <a:pt x="13996" y="1334278"/>
                </a:cubicBezTo>
                <a:cubicBezTo>
                  <a:pt x="27992" y="1090127"/>
                  <a:pt x="97972" y="779106"/>
                  <a:pt x="163286" y="597159"/>
                </a:cubicBezTo>
                <a:cubicBezTo>
                  <a:pt x="228600" y="415212"/>
                  <a:pt x="346788" y="311020"/>
                  <a:pt x="405882" y="242596"/>
                </a:cubicBezTo>
                <a:cubicBezTo>
                  <a:pt x="464976" y="174172"/>
                  <a:pt x="491412" y="180392"/>
                  <a:pt x="517849" y="186613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4544008" y="690465"/>
            <a:ext cx="1045029" cy="587829"/>
          </a:xfrm>
          <a:custGeom>
            <a:avLst/>
            <a:gdLst>
              <a:gd name="connsiteX0" fmla="*/ 1045029 w 1045029"/>
              <a:gd name="connsiteY0" fmla="*/ 587829 h 587829"/>
              <a:gd name="connsiteX1" fmla="*/ 438539 w 1045029"/>
              <a:gd name="connsiteY1" fmla="*/ 363894 h 587829"/>
              <a:gd name="connsiteX2" fmla="*/ 0 w 1045029"/>
              <a:gd name="connsiteY2" fmla="*/ 0 h 58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029" h="587829">
                <a:moveTo>
                  <a:pt x="1045029" y="587829"/>
                </a:moveTo>
                <a:cubicBezTo>
                  <a:pt x="828869" y="524847"/>
                  <a:pt x="612710" y="461865"/>
                  <a:pt x="438539" y="363894"/>
                </a:cubicBezTo>
                <a:cubicBezTo>
                  <a:pt x="264368" y="265923"/>
                  <a:pt x="52873" y="63759"/>
                  <a:pt x="0" y="0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3032449" y="699796"/>
            <a:ext cx="1520890" cy="550506"/>
          </a:xfrm>
          <a:custGeom>
            <a:avLst/>
            <a:gdLst>
              <a:gd name="connsiteX0" fmla="*/ 0 w 1520890"/>
              <a:gd name="connsiteY0" fmla="*/ 550506 h 550506"/>
              <a:gd name="connsiteX1" fmla="*/ 643812 w 1520890"/>
              <a:gd name="connsiteY1" fmla="*/ 279918 h 550506"/>
              <a:gd name="connsiteX2" fmla="*/ 1138335 w 1520890"/>
              <a:gd name="connsiteY2" fmla="*/ 158620 h 550506"/>
              <a:gd name="connsiteX3" fmla="*/ 1520890 w 1520890"/>
              <a:gd name="connsiteY3" fmla="*/ 0 h 55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0890" h="550506">
                <a:moveTo>
                  <a:pt x="0" y="550506"/>
                </a:moveTo>
                <a:cubicBezTo>
                  <a:pt x="227044" y="447869"/>
                  <a:pt x="454089" y="345232"/>
                  <a:pt x="643812" y="279918"/>
                </a:cubicBezTo>
                <a:cubicBezTo>
                  <a:pt x="833535" y="214604"/>
                  <a:pt x="992155" y="205273"/>
                  <a:pt x="1138335" y="158620"/>
                </a:cubicBezTo>
                <a:cubicBezTo>
                  <a:pt x="1284515" y="111967"/>
                  <a:pt x="1402702" y="55983"/>
                  <a:pt x="1520890" y="0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1682496" y="660430"/>
            <a:ext cx="5629771" cy="5629771"/>
          </a:xfrm>
          <a:prstGeom prst="ellipse">
            <a:avLst/>
          </a:prstGeom>
          <a:solidFill>
            <a:srgbClr val="FF0000">
              <a:alpha val="1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2076061" y="2761488"/>
            <a:ext cx="49250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2076061" y="1268963"/>
            <a:ext cx="4925009" cy="5012094"/>
          </a:xfrm>
          <a:custGeom>
            <a:avLst/>
            <a:gdLst>
              <a:gd name="connsiteX0" fmla="*/ 3484984 w 4925009"/>
              <a:gd name="connsiteY0" fmla="*/ 0 h 5012094"/>
              <a:gd name="connsiteX1" fmla="*/ 4184780 w 4925009"/>
              <a:gd name="connsiteY1" fmla="*/ 233266 h 5012094"/>
              <a:gd name="connsiteX2" fmla="*/ 4520682 w 4925009"/>
              <a:gd name="connsiteY2" fmla="*/ 559837 h 5012094"/>
              <a:gd name="connsiteX3" fmla="*/ 4763278 w 4925009"/>
              <a:gd name="connsiteY3" fmla="*/ 1082351 h 5012094"/>
              <a:gd name="connsiteX4" fmla="*/ 4912568 w 4925009"/>
              <a:gd name="connsiteY4" fmla="*/ 2080727 h 5012094"/>
              <a:gd name="connsiteX5" fmla="*/ 4837923 w 4925009"/>
              <a:gd name="connsiteY5" fmla="*/ 3163078 h 5012094"/>
              <a:gd name="connsiteX6" fmla="*/ 4474029 w 4925009"/>
              <a:gd name="connsiteY6" fmla="*/ 4049486 h 5012094"/>
              <a:gd name="connsiteX7" fmla="*/ 3736910 w 4925009"/>
              <a:gd name="connsiteY7" fmla="*/ 4683968 h 5012094"/>
              <a:gd name="connsiteX8" fmla="*/ 2747866 w 4925009"/>
              <a:gd name="connsiteY8" fmla="*/ 4982547 h 5012094"/>
              <a:gd name="connsiteX9" fmla="*/ 1721498 w 4925009"/>
              <a:gd name="connsiteY9" fmla="*/ 4861249 h 5012094"/>
              <a:gd name="connsiteX10" fmla="*/ 891074 w 4925009"/>
              <a:gd name="connsiteY10" fmla="*/ 4217437 h 5012094"/>
              <a:gd name="connsiteX11" fmla="*/ 312576 w 4925009"/>
              <a:gd name="connsiteY11" fmla="*/ 2855168 h 5012094"/>
              <a:gd name="connsiteX12" fmla="*/ 79310 w 4925009"/>
              <a:gd name="connsiteY12" fmla="*/ 2062066 h 5012094"/>
              <a:gd name="connsiteX13" fmla="*/ 13996 w 4925009"/>
              <a:gd name="connsiteY13" fmla="*/ 1334278 h 5012094"/>
              <a:gd name="connsiteX14" fmla="*/ 163286 w 4925009"/>
              <a:gd name="connsiteY14" fmla="*/ 597159 h 5012094"/>
              <a:gd name="connsiteX15" fmla="*/ 405882 w 4925009"/>
              <a:gd name="connsiteY15" fmla="*/ 242596 h 5012094"/>
              <a:gd name="connsiteX16" fmla="*/ 517849 w 4925009"/>
              <a:gd name="connsiteY16" fmla="*/ 186613 h 501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925009" h="5012094">
                <a:moveTo>
                  <a:pt x="3484984" y="0"/>
                </a:moveTo>
                <a:cubicBezTo>
                  <a:pt x="3748574" y="69980"/>
                  <a:pt x="4012164" y="139960"/>
                  <a:pt x="4184780" y="233266"/>
                </a:cubicBezTo>
                <a:cubicBezTo>
                  <a:pt x="4357396" y="326572"/>
                  <a:pt x="4424266" y="418323"/>
                  <a:pt x="4520682" y="559837"/>
                </a:cubicBezTo>
                <a:cubicBezTo>
                  <a:pt x="4617098" y="701351"/>
                  <a:pt x="4697964" y="828869"/>
                  <a:pt x="4763278" y="1082351"/>
                </a:cubicBezTo>
                <a:cubicBezTo>
                  <a:pt x="4828592" y="1335833"/>
                  <a:pt x="4900127" y="1733939"/>
                  <a:pt x="4912568" y="2080727"/>
                </a:cubicBezTo>
                <a:cubicBezTo>
                  <a:pt x="4925009" y="2427515"/>
                  <a:pt x="4911013" y="2834952"/>
                  <a:pt x="4837923" y="3163078"/>
                </a:cubicBezTo>
                <a:cubicBezTo>
                  <a:pt x="4764833" y="3491204"/>
                  <a:pt x="4657531" y="3796004"/>
                  <a:pt x="4474029" y="4049486"/>
                </a:cubicBezTo>
                <a:cubicBezTo>
                  <a:pt x="4290527" y="4302968"/>
                  <a:pt x="4024604" y="4528458"/>
                  <a:pt x="3736910" y="4683968"/>
                </a:cubicBezTo>
                <a:cubicBezTo>
                  <a:pt x="3449216" y="4839478"/>
                  <a:pt x="3083768" y="4953000"/>
                  <a:pt x="2747866" y="4982547"/>
                </a:cubicBezTo>
                <a:cubicBezTo>
                  <a:pt x="2411964" y="5012094"/>
                  <a:pt x="2030963" y="4988767"/>
                  <a:pt x="1721498" y="4861249"/>
                </a:cubicBezTo>
                <a:cubicBezTo>
                  <a:pt x="1412033" y="4733731"/>
                  <a:pt x="1125894" y="4551784"/>
                  <a:pt x="891074" y="4217437"/>
                </a:cubicBezTo>
                <a:cubicBezTo>
                  <a:pt x="656254" y="3883090"/>
                  <a:pt x="447870" y="3214396"/>
                  <a:pt x="312576" y="2855168"/>
                </a:cubicBezTo>
                <a:cubicBezTo>
                  <a:pt x="177282" y="2495940"/>
                  <a:pt x="129073" y="2315548"/>
                  <a:pt x="79310" y="2062066"/>
                </a:cubicBezTo>
                <a:cubicBezTo>
                  <a:pt x="29547" y="1808584"/>
                  <a:pt x="0" y="1578429"/>
                  <a:pt x="13996" y="1334278"/>
                </a:cubicBezTo>
                <a:cubicBezTo>
                  <a:pt x="27992" y="1090127"/>
                  <a:pt x="97972" y="779106"/>
                  <a:pt x="163286" y="597159"/>
                </a:cubicBezTo>
                <a:cubicBezTo>
                  <a:pt x="228600" y="415212"/>
                  <a:pt x="346788" y="311020"/>
                  <a:pt x="405882" y="242596"/>
                </a:cubicBezTo>
                <a:cubicBezTo>
                  <a:pt x="464976" y="174172"/>
                  <a:pt x="491412" y="180392"/>
                  <a:pt x="517849" y="186613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4544008" y="690465"/>
            <a:ext cx="1045029" cy="587829"/>
          </a:xfrm>
          <a:custGeom>
            <a:avLst/>
            <a:gdLst>
              <a:gd name="connsiteX0" fmla="*/ 1045029 w 1045029"/>
              <a:gd name="connsiteY0" fmla="*/ 587829 h 587829"/>
              <a:gd name="connsiteX1" fmla="*/ 438539 w 1045029"/>
              <a:gd name="connsiteY1" fmla="*/ 363894 h 587829"/>
              <a:gd name="connsiteX2" fmla="*/ 0 w 1045029"/>
              <a:gd name="connsiteY2" fmla="*/ 0 h 58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029" h="587829">
                <a:moveTo>
                  <a:pt x="1045029" y="587829"/>
                </a:moveTo>
                <a:cubicBezTo>
                  <a:pt x="828869" y="524847"/>
                  <a:pt x="612710" y="461865"/>
                  <a:pt x="438539" y="363894"/>
                </a:cubicBezTo>
                <a:cubicBezTo>
                  <a:pt x="264368" y="265923"/>
                  <a:pt x="52873" y="63759"/>
                  <a:pt x="0" y="0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3032449" y="699796"/>
            <a:ext cx="1520890" cy="550506"/>
          </a:xfrm>
          <a:custGeom>
            <a:avLst/>
            <a:gdLst>
              <a:gd name="connsiteX0" fmla="*/ 0 w 1520890"/>
              <a:gd name="connsiteY0" fmla="*/ 550506 h 550506"/>
              <a:gd name="connsiteX1" fmla="*/ 643812 w 1520890"/>
              <a:gd name="connsiteY1" fmla="*/ 279918 h 550506"/>
              <a:gd name="connsiteX2" fmla="*/ 1138335 w 1520890"/>
              <a:gd name="connsiteY2" fmla="*/ 158620 h 550506"/>
              <a:gd name="connsiteX3" fmla="*/ 1520890 w 1520890"/>
              <a:gd name="connsiteY3" fmla="*/ 0 h 55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0890" h="550506">
                <a:moveTo>
                  <a:pt x="0" y="550506"/>
                </a:moveTo>
                <a:cubicBezTo>
                  <a:pt x="227044" y="447869"/>
                  <a:pt x="454089" y="345232"/>
                  <a:pt x="643812" y="279918"/>
                </a:cubicBezTo>
                <a:cubicBezTo>
                  <a:pt x="833535" y="214604"/>
                  <a:pt x="992155" y="205273"/>
                  <a:pt x="1138335" y="158620"/>
                </a:cubicBezTo>
                <a:cubicBezTo>
                  <a:pt x="1284515" y="111967"/>
                  <a:pt x="1402702" y="55983"/>
                  <a:pt x="1520890" y="0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22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6143" t="1201" r="4064" b="2000"/>
          <a:stretch>
            <a:fillRect/>
          </a:stretch>
        </p:blipFill>
        <p:spPr bwMode="auto">
          <a:xfrm rot="5400000">
            <a:off x="2198494" y="948185"/>
            <a:ext cx="4691027" cy="488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Freeform 6"/>
          <p:cNvSpPr/>
          <p:nvPr/>
        </p:nvSpPr>
        <p:spPr>
          <a:xfrm>
            <a:off x="2097833" y="1233196"/>
            <a:ext cx="1363824" cy="4316964"/>
          </a:xfrm>
          <a:custGeom>
            <a:avLst/>
            <a:gdLst>
              <a:gd name="connsiteX0" fmla="*/ 1363824 w 1363824"/>
              <a:gd name="connsiteY0" fmla="*/ 4309188 h 4316964"/>
              <a:gd name="connsiteX1" fmla="*/ 1205204 w 1363824"/>
              <a:gd name="connsiteY1" fmla="*/ 4262535 h 4316964"/>
              <a:gd name="connsiteX2" fmla="*/ 748004 w 1363824"/>
              <a:gd name="connsiteY2" fmla="*/ 3982616 h 4316964"/>
              <a:gd name="connsiteX3" fmla="*/ 421432 w 1363824"/>
              <a:gd name="connsiteY3" fmla="*/ 3656045 h 4316964"/>
              <a:gd name="connsiteX4" fmla="*/ 122853 w 1363824"/>
              <a:gd name="connsiteY4" fmla="*/ 2984241 h 4316964"/>
              <a:gd name="connsiteX5" fmla="*/ 1555 w 1363824"/>
              <a:gd name="connsiteY5" fmla="*/ 2144486 h 4316964"/>
              <a:gd name="connsiteX6" fmla="*/ 113522 w 1363824"/>
              <a:gd name="connsiteY6" fmla="*/ 1314061 h 4316964"/>
              <a:gd name="connsiteX7" fmla="*/ 440094 w 1363824"/>
              <a:gd name="connsiteY7" fmla="*/ 642257 h 4316964"/>
              <a:gd name="connsiteX8" fmla="*/ 748004 w 1363824"/>
              <a:gd name="connsiteY8" fmla="*/ 343677 h 4316964"/>
              <a:gd name="connsiteX9" fmla="*/ 1214534 w 1363824"/>
              <a:gd name="connsiteY9" fmla="*/ 54428 h 4316964"/>
              <a:gd name="connsiteX10" fmla="*/ 1354494 w 1363824"/>
              <a:gd name="connsiteY10" fmla="*/ 17106 h 431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63824" h="4316964">
                <a:moveTo>
                  <a:pt x="1363824" y="4309188"/>
                </a:moveTo>
                <a:cubicBezTo>
                  <a:pt x="1335832" y="4313076"/>
                  <a:pt x="1307841" y="4316964"/>
                  <a:pt x="1205204" y="4262535"/>
                </a:cubicBezTo>
                <a:cubicBezTo>
                  <a:pt x="1102567" y="4208106"/>
                  <a:pt x="878633" y="4083698"/>
                  <a:pt x="748004" y="3982616"/>
                </a:cubicBezTo>
                <a:cubicBezTo>
                  <a:pt x="617375" y="3881534"/>
                  <a:pt x="525624" y="3822441"/>
                  <a:pt x="421432" y="3656045"/>
                </a:cubicBezTo>
                <a:cubicBezTo>
                  <a:pt x="317240" y="3489649"/>
                  <a:pt x="192833" y="3236168"/>
                  <a:pt x="122853" y="2984241"/>
                </a:cubicBezTo>
                <a:cubicBezTo>
                  <a:pt x="52874" y="2732315"/>
                  <a:pt x="3110" y="2422849"/>
                  <a:pt x="1555" y="2144486"/>
                </a:cubicBezTo>
                <a:cubicBezTo>
                  <a:pt x="0" y="1866123"/>
                  <a:pt x="40432" y="1564433"/>
                  <a:pt x="113522" y="1314061"/>
                </a:cubicBezTo>
                <a:cubicBezTo>
                  <a:pt x="186612" y="1063690"/>
                  <a:pt x="334347" y="803987"/>
                  <a:pt x="440094" y="642257"/>
                </a:cubicBezTo>
                <a:cubicBezTo>
                  <a:pt x="545841" y="480527"/>
                  <a:pt x="618931" y="441648"/>
                  <a:pt x="748004" y="343677"/>
                </a:cubicBezTo>
                <a:cubicBezTo>
                  <a:pt x="877077" y="245706"/>
                  <a:pt x="1113452" y="108856"/>
                  <a:pt x="1214534" y="54428"/>
                </a:cubicBezTo>
                <a:cubicBezTo>
                  <a:pt x="1315616" y="0"/>
                  <a:pt x="1335055" y="8553"/>
                  <a:pt x="1354494" y="17106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2887824" y="1026368"/>
            <a:ext cx="4091474" cy="4721289"/>
          </a:xfrm>
          <a:custGeom>
            <a:avLst/>
            <a:gdLst>
              <a:gd name="connsiteX0" fmla="*/ 639147 w 4091474"/>
              <a:gd name="connsiteY0" fmla="*/ 177281 h 4721289"/>
              <a:gd name="connsiteX1" fmla="*/ 1180323 w 4091474"/>
              <a:gd name="connsiteY1" fmla="*/ 18661 h 4721289"/>
              <a:gd name="connsiteX2" fmla="*/ 1749490 w 4091474"/>
              <a:gd name="connsiteY2" fmla="*/ 65314 h 4721289"/>
              <a:gd name="connsiteX3" fmla="*/ 2514600 w 4091474"/>
              <a:gd name="connsiteY3" fmla="*/ 233265 h 4721289"/>
              <a:gd name="connsiteX4" fmla="*/ 3046445 w 4091474"/>
              <a:gd name="connsiteY4" fmla="*/ 513183 h 4721289"/>
              <a:gd name="connsiteX5" fmla="*/ 3578290 w 4091474"/>
              <a:gd name="connsiteY5" fmla="*/ 989044 h 4721289"/>
              <a:gd name="connsiteX6" fmla="*/ 3951515 w 4091474"/>
              <a:gd name="connsiteY6" fmla="*/ 1623526 h 4721289"/>
              <a:gd name="connsiteX7" fmla="*/ 4091474 w 4091474"/>
              <a:gd name="connsiteY7" fmla="*/ 2351314 h 4721289"/>
              <a:gd name="connsiteX8" fmla="*/ 3951515 w 4091474"/>
              <a:gd name="connsiteY8" fmla="*/ 3097763 h 4721289"/>
              <a:gd name="connsiteX9" fmla="*/ 3587621 w 4091474"/>
              <a:gd name="connsiteY9" fmla="*/ 3741575 h 4721289"/>
              <a:gd name="connsiteX10" fmla="*/ 3065107 w 4091474"/>
              <a:gd name="connsiteY10" fmla="*/ 4198775 h 4721289"/>
              <a:gd name="connsiteX11" fmla="*/ 2505270 w 4091474"/>
              <a:gd name="connsiteY11" fmla="*/ 4506685 h 4721289"/>
              <a:gd name="connsiteX12" fmla="*/ 1758821 w 4091474"/>
              <a:gd name="connsiteY12" fmla="*/ 4655975 h 4721289"/>
              <a:gd name="connsiteX13" fmla="*/ 1124339 w 4091474"/>
              <a:gd name="connsiteY13" fmla="*/ 4702628 h 4721289"/>
              <a:gd name="connsiteX14" fmla="*/ 629817 w 4091474"/>
              <a:gd name="connsiteY14" fmla="*/ 4544008 h 4721289"/>
              <a:gd name="connsiteX15" fmla="*/ 265923 w 4091474"/>
              <a:gd name="connsiteY15" fmla="*/ 4292081 h 4721289"/>
              <a:gd name="connsiteX16" fmla="*/ 88641 w 4091474"/>
              <a:gd name="connsiteY16" fmla="*/ 3872203 h 4721289"/>
              <a:gd name="connsiteX17" fmla="*/ 13996 w 4091474"/>
              <a:gd name="connsiteY17" fmla="*/ 3219061 h 4721289"/>
              <a:gd name="connsiteX18" fmla="*/ 13996 w 4091474"/>
              <a:gd name="connsiteY18" fmla="*/ 1604865 h 4721289"/>
              <a:gd name="connsiteX19" fmla="*/ 97972 w 4091474"/>
              <a:gd name="connsiteY19" fmla="*/ 858416 h 4721289"/>
              <a:gd name="connsiteX20" fmla="*/ 265923 w 4091474"/>
              <a:gd name="connsiteY20" fmla="*/ 419877 h 4721289"/>
              <a:gd name="connsiteX21" fmla="*/ 639147 w 4091474"/>
              <a:gd name="connsiteY21" fmla="*/ 177281 h 472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091474" h="4721289">
                <a:moveTo>
                  <a:pt x="639147" y="177281"/>
                </a:moveTo>
                <a:cubicBezTo>
                  <a:pt x="791547" y="110412"/>
                  <a:pt x="995266" y="37322"/>
                  <a:pt x="1180323" y="18661"/>
                </a:cubicBezTo>
                <a:cubicBezTo>
                  <a:pt x="1365380" y="0"/>
                  <a:pt x="1527111" y="29547"/>
                  <a:pt x="1749490" y="65314"/>
                </a:cubicBezTo>
                <a:cubicBezTo>
                  <a:pt x="1971870" y="101081"/>
                  <a:pt x="2298441" y="158620"/>
                  <a:pt x="2514600" y="233265"/>
                </a:cubicBezTo>
                <a:cubicBezTo>
                  <a:pt x="2730759" y="307910"/>
                  <a:pt x="2869163" y="387220"/>
                  <a:pt x="3046445" y="513183"/>
                </a:cubicBezTo>
                <a:cubicBezTo>
                  <a:pt x="3223727" y="639146"/>
                  <a:pt x="3427445" y="803987"/>
                  <a:pt x="3578290" y="989044"/>
                </a:cubicBezTo>
                <a:cubicBezTo>
                  <a:pt x="3729135" y="1174101"/>
                  <a:pt x="3865984" y="1396481"/>
                  <a:pt x="3951515" y="1623526"/>
                </a:cubicBezTo>
                <a:cubicBezTo>
                  <a:pt x="4037046" y="1850571"/>
                  <a:pt x="4091474" y="2105608"/>
                  <a:pt x="4091474" y="2351314"/>
                </a:cubicBezTo>
                <a:cubicBezTo>
                  <a:pt x="4091474" y="2597020"/>
                  <a:pt x="4035490" y="2866053"/>
                  <a:pt x="3951515" y="3097763"/>
                </a:cubicBezTo>
                <a:cubicBezTo>
                  <a:pt x="3867540" y="3329473"/>
                  <a:pt x="3735356" y="3558073"/>
                  <a:pt x="3587621" y="3741575"/>
                </a:cubicBezTo>
                <a:cubicBezTo>
                  <a:pt x="3439886" y="3925077"/>
                  <a:pt x="3245499" y="4071257"/>
                  <a:pt x="3065107" y="4198775"/>
                </a:cubicBezTo>
                <a:cubicBezTo>
                  <a:pt x="2884715" y="4326293"/>
                  <a:pt x="2722984" y="4430485"/>
                  <a:pt x="2505270" y="4506685"/>
                </a:cubicBezTo>
                <a:cubicBezTo>
                  <a:pt x="2287556" y="4582885"/>
                  <a:pt x="1988976" y="4623318"/>
                  <a:pt x="1758821" y="4655975"/>
                </a:cubicBezTo>
                <a:cubicBezTo>
                  <a:pt x="1528666" y="4688632"/>
                  <a:pt x="1312506" y="4721289"/>
                  <a:pt x="1124339" y="4702628"/>
                </a:cubicBezTo>
                <a:cubicBezTo>
                  <a:pt x="936172" y="4683967"/>
                  <a:pt x="772886" y="4612433"/>
                  <a:pt x="629817" y="4544008"/>
                </a:cubicBezTo>
                <a:cubicBezTo>
                  <a:pt x="486748" y="4475583"/>
                  <a:pt x="356119" y="4404049"/>
                  <a:pt x="265923" y="4292081"/>
                </a:cubicBezTo>
                <a:cubicBezTo>
                  <a:pt x="175727" y="4180114"/>
                  <a:pt x="130629" y="4051040"/>
                  <a:pt x="88641" y="3872203"/>
                </a:cubicBezTo>
                <a:cubicBezTo>
                  <a:pt x="46653" y="3693366"/>
                  <a:pt x="26437" y="3596951"/>
                  <a:pt x="13996" y="3219061"/>
                </a:cubicBezTo>
                <a:cubicBezTo>
                  <a:pt x="1555" y="2841171"/>
                  <a:pt x="0" y="1998306"/>
                  <a:pt x="13996" y="1604865"/>
                </a:cubicBezTo>
                <a:cubicBezTo>
                  <a:pt x="27992" y="1211424"/>
                  <a:pt x="55984" y="1055914"/>
                  <a:pt x="97972" y="858416"/>
                </a:cubicBezTo>
                <a:cubicBezTo>
                  <a:pt x="139960" y="660918"/>
                  <a:pt x="172617" y="534955"/>
                  <a:pt x="265923" y="419877"/>
                </a:cubicBezTo>
                <a:cubicBezTo>
                  <a:pt x="359229" y="304799"/>
                  <a:pt x="486747" y="244150"/>
                  <a:pt x="639147" y="177281"/>
                </a:cubicBezTo>
                <a:close/>
              </a:path>
            </a:pathLst>
          </a:cu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2097833" y="1233196"/>
            <a:ext cx="1363824" cy="4316964"/>
          </a:xfrm>
          <a:custGeom>
            <a:avLst/>
            <a:gdLst>
              <a:gd name="connsiteX0" fmla="*/ 1363824 w 1363824"/>
              <a:gd name="connsiteY0" fmla="*/ 4309188 h 4316964"/>
              <a:gd name="connsiteX1" fmla="*/ 1205204 w 1363824"/>
              <a:gd name="connsiteY1" fmla="*/ 4262535 h 4316964"/>
              <a:gd name="connsiteX2" fmla="*/ 748004 w 1363824"/>
              <a:gd name="connsiteY2" fmla="*/ 3982616 h 4316964"/>
              <a:gd name="connsiteX3" fmla="*/ 421432 w 1363824"/>
              <a:gd name="connsiteY3" fmla="*/ 3656045 h 4316964"/>
              <a:gd name="connsiteX4" fmla="*/ 122853 w 1363824"/>
              <a:gd name="connsiteY4" fmla="*/ 2984241 h 4316964"/>
              <a:gd name="connsiteX5" fmla="*/ 1555 w 1363824"/>
              <a:gd name="connsiteY5" fmla="*/ 2144486 h 4316964"/>
              <a:gd name="connsiteX6" fmla="*/ 113522 w 1363824"/>
              <a:gd name="connsiteY6" fmla="*/ 1314061 h 4316964"/>
              <a:gd name="connsiteX7" fmla="*/ 440094 w 1363824"/>
              <a:gd name="connsiteY7" fmla="*/ 642257 h 4316964"/>
              <a:gd name="connsiteX8" fmla="*/ 748004 w 1363824"/>
              <a:gd name="connsiteY8" fmla="*/ 343677 h 4316964"/>
              <a:gd name="connsiteX9" fmla="*/ 1214534 w 1363824"/>
              <a:gd name="connsiteY9" fmla="*/ 54428 h 4316964"/>
              <a:gd name="connsiteX10" fmla="*/ 1354494 w 1363824"/>
              <a:gd name="connsiteY10" fmla="*/ 17106 h 431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63824" h="4316964">
                <a:moveTo>
                  <a:pt x="1363824" y="4309188"/>
                </a:moveTo>
                <a:cubicBezTo>
                  <a:pt x="1335832" y="4313076"/>
                  <a:pt x="1307841" y="4316964"/>
                  <a:pt x="1205204" y="4262535"/>
                </a:cubicBezTo>
                <a:cubicBezTo>
                  <a:pt x="1102567" y="4208106"/>
                  <a:pt x="878633" y="4083698"/>
                  <a:pt x="748004" y="3982616"/>
                </a:cubicBezTo>
                <a:cubicBezTo>
                  <a:pt x="617375" y="3881534"/>
                  <a:pt x="525624" y="3822441"/>
                  <a:pt x="421432" y="3656045"/>
                </a:cubicBezTo>
                <a:cubicBezTo>
                  <a:pt x="317240" y="3489649"/>
                  <a:pt x="192833" y="3236168"/>
                  <a:pt x="122853" y="2984241"/>
                </a:cubicBezTo>
                <a:cubicBezTo>
                  <a:pt x="52874" y="2732315"/>
                  <a:pt x="3110" y="2422849"/>
                  <a:pt x="1555" y="2144486"/>
                </a:cubicBezTo>
                <a:cubicBezTo>
                  <a:pt x="0" y="1866123"/>
                  <a:pt x="40432" y="1564433"/>
                  <a:pt x="113522" y="1314061"/>
                </a:cubicBezTo>
                <a:cubicBezTo>
                  <a:pt x="186612" y="1063690"/>
                  <a:pt x="334347" y="803987"/>
                  <a:pt x="440094" y="642257"/>
                </a:cubicBezTo>
                <a:cubicBezTo>
                  <a:pt x="545841" y="480527"/>
                  <a:pt x="618931" y="441648"/>
                  <a:pt x="748004" y="343677"/>
                </a:cubicBezTo>
                <a:cubicBezTo>
                  <a:pt x="877077" y="245706"/>
                  <a:pt x="1113452" y="108856"/>
                  <a:pt x="1214534" y="54428"/>
                </a:cubicBezTo>
                <a:cubicBezTo>
                  <a:pt x="1315616" y="0"/>
                  <a:pt x="1335055" y="8553"/>
                  <a:pt x="1354494" y="17106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2887824" y="1026368"/>
            <a:ext cx="4091474" cy="4721289"/>
          </a:xfrm>
          <a:custGeom>
            <a:avLst/>
            <a:gdLst>
              <a:gd name="connsiteX0" fmla="*/ 639147 w 4091474"/>
              <a:gd name="connsiteY0" fmla="*/ 177281 h 4721289"/>
              <a:gd name="connsiteX1" fmla="*/ 1180323 w 4091474"/>
              <a:gd name="connsiteY1" fmla="*/ 18661 h 4721289"/>
              <a:gd name="connsiteX2" fmla="*/ 1749490 w 4091474"/>
              <a:gd name="connsiteY2" fmla="*/ 65314 h 4721289"/>
              <a:gd name="connsiteX3" fmla="*/ 2514600 w 4091474"/>
              <a:gd name="connsiteY3" fmla="*/ 233265 h 4721289"/>
              <a:gd name="connsiteX4" fmla="*/ 3046445 w 4091474"/>
              <a:gd name="connsiteY4" fmla="*/ 513183 h 4721289"/>
              <a:gd name="connsiteX5" fmla="*/ 3578290 w 4091474"/>
              <a:gd name="connsiteY5" fmla="*/ 989044 h 4721289"/>
              <a:gd name="connsiteX6" fmla="*/ 3951515 w 4091474"/>
              <a:gd name="connsiteY6" fmla="*/ 1623526 h 4721289"/>
              <a:gd name="connsiteX7" fmla="*/ 4091474 w 4091474"/>
              <a:gd name="connsiteY7" fmla="*/ 2351314 h 4721289"/>
              <a:gd name="connsiteX8" fmla="*/ 3951515 w 4091474"/>
              <a:gd name="connsiteY8" fmla="*/ 3097763 h 4721289"/>
              <a:gd name="connsiteX9" fmla="*/ 3587621 w 4091474"/>
              <a:gd name="connsiteY9" fmla="*/ 3741575 h 4721289"/>
              <a:gd name="connsiteX10" fmla="*/ 3065107 w 4091474"/>
              <a:gd name="connsiteY10" fmla="*/ 4198775 h 4721289"/>
              <a:gd name="connsiteX11" fmla="*/ 2505270 w 4091474"/>
              <a:gd name="connsiteY11" fmla="*/ 4506685 h 4721289"/>
              <a:gd name="connsiteX12" fmla="*/ 1758821 w 4091474"/>
              <a:gd name="connsiteY12" fmla="*/ 4655975 h 4721289"/>
              <a:gd name="connsiteX13" fmla="*/ 1124339 w 4091474"/>
              <a:gd name="connsiteY13" fmla="*/ 4702628 h 4721289"/>
              <a:gd name="connsiteX14" fmla="*/ 629817 w 4091474"/>
              <a:gd name="connsiteY14" fmla="*/ 4544008 h 4721289"/>
              <a:gd name="connsiteX15" fmla="*/ 265923 w 4091474"/>
              <a:gd name="connsiteY15" fmla="*/ 4292081 h 4721289"/>
              <a:gd name="connsiteX16" fmla="*/ 88641 w 4091474"/>
              <a:gd name="connsiteY16" fmla="*/ 3872203 h 4721289"/>
              <a:gd name="connsiteX17" fmla="*/ 13996 w 4091474"/>
              <a:gd name="connsiteY17" fmla="*/ 3219061 h 4721289"/>
              <a:gd name="connsiteX18" fmla="*/ 13996 w 4091474"/>
              <a:gd name="connsiteY18" fmla="*/ 1604865 h 4721289"/>
              <a:gd name="connsiteX19" fmla="*/ 97972 w 4091474"/>
              <a:gd name="connsiteY19" fmla="*/ 858416 h 4721289"/>
              <a:gd name="connsiteX20" fmla="*/ 265923 w 4091474"/>
              <a:gd name="connsiteY20" fmla="*/ 419877 h 4721289"/>
              <a:gd name="connsiteX21" fmla="*/ 639147 w 4091474"/>
              <a:gd name="connsiteY21" fmla="*/ 177281 h 472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091474" h="4721289">
                <a:moveTo>
                  <a:pt x="639147" y="177281"/>
                </a:moveTo>
                <a:cubicBezTo>
                  <a:pt x="791547" y="110412"/>
                  <a:pt x="995266" y="37322"/>
                  <a:pt x="1180323" y="18661"/>
                </a:cubicBezTo>
                <a:cubicBezTo>
                  <a:pt x="1365380" y="0"/>
                  <a:pt x="1527111" y="29547"/>
                  <a:pt x="1749490" y="65314"/>
                </a:cubicBezTo>
                <a:cubicBezTo>
                  <a:pt x="1971870" y="101081"/>
                  <a:pt x="2298441" y="158620"/>
                  <a:pt x="2514600" y="233265"/>
                </a:cubicBezTo>
                <a:cubicBezTo>
                  <a:pt x="2730759" y="307910"/>
                  <a:pt x="2869163" y="387220"/>
                  <a:pt x="3046445" y="513183"/>
                </a:cubicBezTo>
                <a:cubicBezTo>
                  <a:pt x="3223727" y="639146"/>
                  <a:pt x="3427445" y="803987"/>
                  <a:pt x="3578290" y="989044"/>
                </a:cubicBezTo>
                <a:cubicBezTo>
                  <a:pt x="3729135" y="1174101"/>
                  <a:pt x="3865984" y="1396481"/>
                  <a:pt x="3951515" y="1623526"/>
                </a:cubicBezTo>
                <a:cubicBezTo>
                  <a:pt x="4037046" y="1850571"/>
                  <a:pt x="4091474" y="2105608"/>
                  <a:pt x="4091474" y="2351314"/>
                </a:cubicBezTo>
                <a:cubicBezTo>
                  <a:pt x="4091474" y="2597020"/>
                  <a:pt x="4035490" y="2866053"/>
                  <a:pt x="3951515" y="3097763"/>
                </a:cubicBezTo>
                <a:cubicBezTo>
                  <a:pt x="3867540" y="3329473"/>
                  <a:pt x="3735356" y="3558073"/>
                  <a:pt x="3587621" y="3741575"/>
                </a:cubicBezTo>
                <a:cubicBezTo>
                  <a:pt x="3439886" y="3925077"/>
                  <a:pt x="3245499" y="4071257"/>
                  <a:pt x="3065107" y="4198775"/>
                </a:cubicBezTo>
                <a:cubicBezTo>
                  <a:pt x="2884715" y="4326293"/>
                  <a:pt x="2722984" y="4430485"/>
                  <a:pt x="2505270" y="4506685"/>
                </a:cubicBezTo>
                <a:cubicBezTo>
                  <a:pt x="2287556" y="4582885"/>
                  <a:pt x="1988976" y="4623318"/>
                  <a:pt x="1758821" y="4655975"/>
                </a:cubicBezTo>
                <a:cubicBezTo>
                  <a:pt x="1528666" y="4688632"/>
                  <a:pt x="1312506" y="4721289"/>
                  <a:pt x="1124339" y="4702628"/>
                </a:cubicBezTo>
                <a:cubicBezTo>
                  <a:pt x="936172" y="4683967"/>
                  <a:pt x="772886" y="4612433"/>
                  <a:pt x="629817" y="4544008"/>
                </a:cubicBezTo>
                <a:cubicBezTo>
                  <a:pt x="486748" y="4475583"/>
                  <a:pt x="356119" y="4404049"/>
                  <a:pt x="265923" y="4292081"/>
                </a:cubicBezTo>
                <a:cubicBezTo>
                  <a:pt x="175727" y="4180114"/>
                  <a:pt x="130629" y="4051040"/>
                  <a:pt x="88641" y="3872203"/>
                </a:cubicBezTo>
                <a:cubicBezTo>
                  <a:pt x="46653" y="3693366"/>
                  <a:pt x="26437" y="3596951"/>
                  <a:pt x="13996" y="3219061"/>
                </a:cubicBezTo>
                <a:cubicBezTo>
                  <a:pt x="1555" y="2841171"/>
                  <a:pt x="0" y="1998306"/>
                  <a:pt x="13996" y="1604865"/>
                </a:cubicBezTo>
                <a:cubicBezTo>
                  <a:pt x="27992" y="1211424"/>
                  <a:pt x="55984" y="1055914"/>
                  <a:pt x="97972" y="858416"/>
                </a:cubicBezTo>
                <a:cubicBezTo>
                  <a:pt x="139960" y="660918"/>
                  <a:pt x="172617" y="534955"/>
                  <a:pt x="265923" y="419877"/>
                </a:cubicBezTo>
                <a:cubicBezTo>
                  <a:pt x="359229" y="304799"/>
                  <a:pt x="486747" y="244150"/>
                  <a:pt x="639147" y="177281"/>
                </a:cubicBezTo>
                <a:close/>
              </a:path>
            </a:pathLst>
          </a:cu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89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7691" t="1406" r="1727" b="619"/>
          <a:stretch>
            <a:fillRect/>
          </a:stretch>
        </p:blipFill>
        <p:spPr bwMode="auto">
          <a:xfrm rot="16200000">
            <a:off x="2143899" y="748591"/>
            <a:ext cx="4693299" cy="5323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reeform 5"/>
          <p:cNvSpPr/>
          <p:nvPr/>
        </p:nvSpPr>
        <p:spPr>
          <a:xfrm>
            <a:off x="1819469" y="2878494"/>
            <a:ext cx="429209" cy="1069910"/>
          </a:xfrm>
          <a:custGeom>
            <a:avLst/>
            <a:gdLst>
              <a:gd name="connsiteX0" fmla="*/ 419878 w 429209"/>
              <a:gd name="connsiteY0" fmla="*/ 1059024 h 1069910"/>
              <a:gd name="connsiteX1" fmla="*/ 354564 w 429209"/>
              <a:gd name="connsiteY1" fmla="*/ 1003041 h 1069910"/>
              <a:gd name="connsiteX2" fmla="*/ 55984 w 429209"/>
              <a:gd name="connsiteY2" fmla="*/ 657808 h 1069910"/>
              <a:gd name="connsiteX3" fmla="*/ 18662 w 429209"/>
              <a:gd name="connsiteY3" fmla="*/ 545841 h 1069910"/>
              <a:gd name="connsiteX4" fmla="*/ 55984 w 429209"/>
              <a:gd name="connsiteY4" fmla="*/ 405882 h 1069910"/>
              <a:gd name="connsiteX5" fmla="*/ 354564 w 429209"/>
              <a:gd name="connsiteY5" fmla="*/ 60649 h 1069910"/>
              <a:gd name="connsiteX6" fmla="*/ 429209 w 429209"/>
              <a:gd name="connsiteY6" fmla="*/ 41988 h 106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9209" h="1069910">
                <a:moveTo>
                  <a:pt x="419878" y="1059024"/>
                </a:moveTo>
                <a:cubicBezTo>
                  <a:pt x="417545" y="1064467"/>
                  <a:pt x="415213" y="1069910"/>
                  <a:pt x="354564" y="1003041"/>
                </a:cubicBezTo>
                <a:cubicBezTo>
                  <a:pt x="293915" y="936172"/>
                  <a:pt x="111968" y="734008"/>
                  <a:pt x="55984" y="657808"/>
                </a:cubicBezTo>
                <a:cubicBezTo>
                  <a:pt x="0" y="581608"/>
                  <a:pt x="18662" y="587829"/>
                  <a:pt x="18662" y="545841"/>
                </a:cubicBezTo>
                <a:cubicBezTo>
                  <a:pt x="18662" y="503853"/>
                  <a:pt x="0" y="486747"/>
                  <a:pt x="55984" y="405882"/>
                </a:cubicBezTo>
                <a:cubicBezTo>
                  <a:pt x="111968" y="325017"/>
                  <a:pt x="292360" y="121298"/>
                  <a:pt x="354564" y="60649"/>
                </a:cubicBezTo>
                <a:cubicBezTo>
                  <a:pt x="416768" y="0"/>
                  <a:pt x="422988" y="20994"/>
                  <a:pt x="429209" y="41988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2037183" y="1045029"/>
            <a:ext cx="5119397" cy="4735286"/>
          </a:xfrm>
          <a:custGeom>
            <a:avLst/>
            <a:gdLst>
              <a:gd name="connsiteX0" fmla="*/ 24882 w 5119397"/>
              <a:gd name="connsiteY0" fmla="*/ 2752530 h 4735286"/>
              <a:gd name="connsiteX1" fmla="*/ 146180 w 5119397"/>
              <a:gd name="connsiteY1" fmla="*/ 3004457 h 4735286"/>
              <a:gd name="connsiteX2" fmla="*/ 901960 w 5119397"/>
              <a:gd name="connsiteY2" fmla="*/ 3965510 h 4735286"/>
              <a:gd name="connsiteX3" fmla="*/ 1247193 w 5119397"/>
              <a:gd name="connsiteY3" fmla="*/ 4273420 h 4735286"/>
              <a:gd name="connsiteX4" fmla="*/ 1695062 w 5119397"/>
              <a:gd name="connsiteY4" fmla="*/ 4572000 h 4735286"/>
              <a:gd name="connsiteX5" fmla="*/ 1974980 w 5119397"/>
              <a:gd name="connsiteY5" fmla="*/ 4655975 h 4735286"/>
              <a:gd name="connsiteX6" fmla="*/ 2273560 w 5119397"/>
              <a:gd name="connsiteY6" fmla="*/ 4693298 h 4735286"/>
              <a:gd name="connsiteX7" fmla="*/ 2945364 w 5119397"/>
              <a:gd name="connsiteY7" fmla="*/ 4693298 h 4735286"/>
              <a:gd name="connsiteX8" fmla="*/ 3878425 w 5119397"/>
              <a:gd name="connsiteY8" fmla="*/ 4441371 h 4735286"/>
              <a:gd name="connsiteX9" fmla="*/ 4550229 w 5119397"/>
              <a:gd name="connsiteY9" fmla="*/ 3834881 h 4735286"/>
              <a:gd name="connsiteX10" fmla="*/ 4998099 w 5119397"/>
              <a:gd name="connsiteY10" fmla="*/ 3097763 h 4735286"/>
              <a:gd name="connsiteX11" fmla="*/ 5119397 w 5119397"/>
              <a:gd name="connsiteY11" fmla="*/ 2379306 h 4735286"/>
              <a:gd name="connsiteX12" fmla="*/ 4998099 w 5119397"/>
              <a:gd name="connsiteY12" fmla="*/ 1642187 h 4735286"/>
              <a:gd name="connsiteX13" fmla="*/ 4596882 w 5119397"/>
              <a:gd name="connsiteY13" fmla="*/ 970383 h 4735286"/>
              <a:gd name="connsiteX14" fmla="*/ 3878425 w 5119397"/>
              <a:gd name="connsiteY14" fmla="*/ 307910 h 4735286"/>
              <a:gd name="connsiteX15" fmla="*/ 2898711 w 5119397"/>
              <a:gd name="connsiteY15" fmla="*/ 37322 h 4735286"/>
              <a:gd name="connsiteX16" fmla="*/ 1965650 w 5119397"/>
              <a:gd name="connsiteY16" fmla="*/ 83975 h 4735286"/>
              <a:gd name="connsiteX17" fmla="*/ 1685731 w 5119397"/>
              <a:gd name="connsiteY17" fmla="*/ 167951 h 4735286"/>
              <a:gd name="connsiteX18" fmla="*/ 1228531 w 5119397"/>
              <a:gd name="connsiteY18" fmla="*/ 457200 h 4735286"/>
              <a:gd name="connsiteX19" fmla="*/ 883299 w 5119397"/>
              <a:gd name="connsiteY19" fmla="*/ 755779 h 4735286"/>
              <a:gd name="connsiteX20" fmla="*/ 164841 w 5119397"/>
              <a:gd name="connsiteY20" fmla="*/ 1688840 h 4735286"/>
              <a:gd name="connsiteX21" fmla="*/ 34213 w 5119397"/>
              <a:gd name="connsiteY21" fmla="*/ 2015412 h 4735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119397" h="4735286">
                <a:moveTo>
                  <a:pt x="24882" y="2752530"/>
                </a:moveTo>
                <a:cubicBezTo>
                  <a:pt x="12441" y="2777412"/>
                  <a:pt x="0" y="2802294"/>
                  <a:pt x="146180" y="3004457"/>
                </a:cubicBezTo>
                <a:cubicBezTo>
                  <a:pt x="292360" y="3206620"/>
                  <a:pt x="718458" y="3754016"/>
                  <a:pt x="901960" y="3965510"/>
                </a:cubicBezTo>
                <a:cubicBezTo>
                  <a:pt x="1085462" y="4177004"/>
                  <a:pt x="1115009" y="4172338"/>
                  <a:pt x="1247193" y="4273420"/>
                </a:cubicBezTo>
                <a:cubicBezTo>
                  <a:pt x="1379377" y="4374502"/>
                  <a:pt x="1573764" y="4508241"/>
                  <a:pt x="1695062" y="4572000"/>
                </a:cubicBezTo>
                <a:cubicBezTo>
                  <a:pt x="1816360" y="4635759"/>
                  <a:pt x="1878564" y="4635759"/>
                  <a:pt x="1974980" y="4655975"/>
                </a:cubicBezTo>
                <a:cubicBezTo>
                  <a:pt x="2071396" y="4676191"/>
                  <a:pt x="2111829" y="4687078"/>
                  <a:pt x="2273560" y="4693298"/>
                </a:cubicBezTo>
                <a:cubicBezTo>
                  <a:pt x="2435291" y="4699519"/>
                  <a:pt x="2677887" y="4735286"/>
                  <a:pt x="2945364" y="4693298"/>
                </a:cubicBezTo>
                <a:cubicBezTo>
                  <a:pt x="3212841" y="4651310"/>
                  <a:pt x="3610947" y="4584441"/>
                  <a:pt x="3878425" y="4441371"/>
                </a:cubicBezTo>
                <a:cubicBezTo>
                  <a:pt x="4145903" y="4298301"/>
                  <a:pt x="4363617" y="4058816"/>
                  <a:pt x="4550229" y="3834881"/>
                </a:cubicBezTo>
                <a:cubicBezTo>
                  <a:pt x="4736841" y="3610946"/>
                  <a:pt x="4903238" y="3340359"/>
                  <a:pt x="4998099" y="3097763"/>
                </a:cubicBezTo>
                <a:cubicBezTo>
                  <a:pt x="5092960" y="2855167"/>
                  <a:pt x="5119397" y="2621902"/>
                  <a:pt x="5119397" y="2379306"/>
                </a:cubicBezTo>
                <a:cubicBezTo>
                  <a:pt x="5119397" y="2136710"/>
                  <a:pt x="5085185" y="1877008"/>
                  <a:pt x="4998099" y="1642187"/>
                </a:cubicBezTo>
                <a:cubicBezTo>
                  <a:pt x="4911013" y="1407367"/>
                  <a:pt x="4783494" y="1192762"/>
                  <a:pt x="4596882" y="970383"/>
                </a:cubicBezTo>
                <a:cubicBezTo>
                  <a:pt x="4410270" y="748004"/>
                  <a:pt x="4161453" y="463420"/>
                  <a:pt x="3878425" y="307910"/>
                </a:cubicBezTo>
                <a:cubicBezTo>
                  <a:pt x="3595397" y="152400"/>
                  <a:pt x="3217507" y="74645"/>
                  <a:pt x="2898711" y="37322"/>
                </a:cubicBezTo>
                <a:cubicBezTo>
                  <a:pt x="2579915" y="0"/>
                  <a:pt x="2167813" y="62204"/>
                  <a:pt x="1965650" y="83975"/>
                </a:cubicBezTo>
                <a:cubicBezTo>
                  <a:pt x="1763487" y="105747"/>
                  <a:pt x="1808584" y="105747"/>
                  <a:pt x="1685731" y="167951"/>
                </a:cubicBezTo>
                <a:cubicBezTo>
                  <a:pt x="1562878" y="230155"/>
                  <a:pt x="1362270" y="359229"/>
                  <a:pt x="1228531" y="457200"/>
                </a:cubicBezTo>
                <a:cubicBezTo>
                  <a:pt x="1094792" y="555171"/>
                  <a:pt x="1060581" y="550506"/>
                  <a:pt x="883299" y="755779"/>
                </a:cubicBezTo>
                <a:cubicBezTo>
                  <a:pt x="706017" y="961052"/>
                  <a:pt x="306355" y="1478901"/>
                  <a:pt x="164841" y="1688840"/>
                </a:cubicBezTo>
                <a:cubicBezTo>
                  <a:pt x="23327" y="1898779"/>
                  <a:pt x="57539" y="1962539"/>
                  <a:pt x="34213" y="2015412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819469" y="2878494"/>
            <a:ext cx="429209" cy="1069910"/>
          </a:xfrm>
          <a:custGeom>
            <a:avLst/>
            <a:gdLst>
              <a:gd name="connsiteX0" fmla="*/ 419878 w 429209"/>
              <a:gd name="connsiteY0" fmla="*/ 1059024 h 1069910"/>
              <a:gd name="connsiteX1" fmla="*/ 354564 w 429209"/>
              <a:gd name="connsiteY1" fmla="*/ 1003041 h 1069910"/>
              <a:gd name="connsiteX2" fmla="*/ 55984 w 429209"/>
              <a:gd name="connsiteY2" fmla="*/ 657808 h 1069910"/>
              <a:gd name="connsiteX3" fmla="*/ 18662 w 429209"/>
              <a:gd name="connsiteY3" fmla="*/ 545841 h 1069910"/>
              <a:gd name="connsiteX4" fmla="*/ 55984 w 429209"/>
              <a:gd name="connsiteY4" fmla="*/ 405882 h 1069910"/>
              <a:gd name="connsiteX5" fmla="*/ 354564 w 429209"/>
              <a:gd name="connsiteY5" fmla="*/ 60649 h 1069910"/>
              <a:gd name="connsiteX6" fmla="*/ 429209 w 429209"/>
              <a:gd name="connsiteY6" fmla="*/ 41988 h 106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9209" h="1069910">
                <a:moveTo>
                  <a:pt x="419878" y="1059024"/>
                </a:moveTo>
                <a:cubicBezTo>
                  <a:pt x="417545" y="1064467"/>
                  <a:pt x="415213" y="1069910"/>
                  <a:pt x="354564" y="1003041"/>
                </a:cubicBezTo>
                <a:cubicBezTo>
                  <a:pt x="293915" y="936172"/>
                  <a:pt x="111968" y="734008"/>
                  <a:pt x="55984" y="657808"/>
                </a:cubicBezTo>
                <a:cubicBezTo>
                  <a:pt x="0" y="581608"/>
                  <a:pt x="18662" y="587829"/>
                  <a:pt x="18662" y="545841"/>
                </a:cubicBezTo>
                <a:cubicBezTo>
                  <a:pt x="18662" y="503853"/>
                  <a:pt x="0" y="486747"/>
                  <a:pt x="55984" y="405882"/>
                </a:cubicBezTo>
                <a:cubicBezTo>
                  <a:pt x="111968" y="325017"/>
                  <a:pt x="292360" y="121298"/>
                  <a:pt x="354564" y="60649"/>
                </a:cubicBezTo>
                <a:cubicBezTo>
                  <a:pt x="416768" y="0"/>
                  <a:pt x="422988" y="20994"/>
                  <a:pt x="429209" y="41988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2037183" y="1045029"/>
            <a:ext cx="5119397" cy="4735286"/>
          </a:xfrm>
          <a:custGeom>
            <a:avLst/>
            <a:gdLst>
              <a:gd name="connsiteX0" fmla="*/ 24882 w 5119397"/>
              <a:gd name="connsiteY0" fmla="*/ 2752530 h 4735286"/>
              <a:gd name="connsiteX1" fmla="*/ 146180 w 5119397"/>
              <a:gd name="connsiteY1" fmla="*/ 3004457 h 4735286"/>
              <a:gd name="connsiteX2" fmla="*/ 901960 w 5119397"/>
              <a:gd name="connsiteY2" fmla="*/ 3965510 h 4735286"/>
              <a:gd name="connsiteX3" fmla="*/ 1247193 w 5119397"/>
              <a:gd name="connsiteY3" fmla="*/ 4273420 h 4735286"/>
              <a:gd name="connsiteX4" fmla="*/ 1695062 w 5119397"/>
              <a:gd name="connsiteY4" fmla="*/ 4572000 h 4735286"/>
              <a:gd name="connsiteX5" fmla="*/ 1974980 w 5119397"/>
              <a:gd name="connsiteY5" fmla="*/ 4655975 h 4735286"/>
              <a:gd name="connsiteX6" fmla="*/ 2273560 w 5119397"/>
              <a:gd name="connsiteY6" fmla="*/ 4693298 h 4735286"/>
              <a:gd name="connsiteX7" fmla="*/ 2945364 w 5119397"/>
              <a:gd name="connsiteY7" fmla="*/ 4693298 h 4735286"/>
              <a:gd name="connsiteX8" fmla="*/ 3878425 w 5119397"/>
              <a:gd name="connsiteY8" fmla="*/ 4441371 h 4735286"/>
              <a:gd name="connsiteX9" fmla="*/ 4550229 w 5119397"/>
              <a:gd name="connsiteY9" fmla="*/ 3834881 h 4735286"/>
              <a:gd name="connsiteX10" fmla="*/ 4998099 w 5119397"/>
              <a:gd name="connsiteY10" fmla="*/ 3097763 h 4735286"/>
              <a:gd name="connsiteX11" fmla="*/ 5119397 w 5119397"/>
              <a:gd name="connsiteY11" fmla="*/ 2379306 h 4735286"/>
              <a:gd name="connsiteX12" fmla="*/ 4998099 w 5119397"/>
              <a:gd name="connsiteY12" fmla="*/ 1642187 h 4735286"/>
              <a:gd name="connsiteX13" fmla="*/ 4596882 w 5119397"/>
              <a:gd name="connsiteY13" fmla="*/ 970383 h 4735286"/>
              <a:gd name="connsiteX14" fmla="*/ 3878425 w 5119397"/>
              <a:gd name="connsiteY14" fmla="*/ 307910 h 4735286"/>
              <a:gd name="connsiteX15" fmla="*/ 2898711 w 5119397"/>
              <a:gd name="connsiteY15" fmla="*/ 37322 h 4735286"/>
              <a:gd name="connsiteX16" fmla="*/ 1965650 w 5119397"/>
              <a:gd name="connsiteY16" fmla="*/ 83975 h 4735286"/>
              <a:gd name="connsiteX17" fmla="*/ 1685731 w 5119397"/>
              <a:gd name="connsiteY17" fmla="*/ 167951 h 4735286"/>
              <a:gd name="connsiteX18" fmla="*/ 1228531 w 5119397"/>
              <a:gd name="connsiteY18" fmla="*/ 457200 h 4735286"/>
              <a:gd name="connsiteX19" fmla="*/ 883299 w 5119397"/>
              <a:gd name="connsiteY19" fmla="*/ 755779 h 4735286"/>
              <a:gd name="connsiteX20" fmla="*/ 164841 w 5119397"/>
              <a:gd name="connsiteY20" fmla="*/ 1688840 h 4735286"/>
              <a:gd name="connsiteX21" fmla="*/ 34213 w 5119397"/>
              <a:gd name="connsiteY21" fmla="*/ 2015412 h 4735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119397" h="4735286">
                <a:moveTo>
                  <a:pt x="24882" y="2752530"/>
                </a:moveTo>
                <a:cubicBezTo>
                  <a:pt x="12441" y="2777412"/>
                  <a:pt x="0" y="2802294"/>
                  <a:pt x="146180" y="3004457"/>
                </a:cubicBezTo>
                <a:cubicBezTo>
                  <a:pt x="292360" y="3206620"/>
                  <a:pt x="718458" y="3754016"/>
                  <a:pt x="901960" y="3965510"/>
                </a:cubicBezTo>
                <a:cubicBezTo>
                  <a:pt x="1085462" y="4177004"/>
                  <a:pt x="1115009" y="4172338"/>
                  <a:pt x="1247193" y="4273420"/>
                </a:cubicBezTo>
                <a:cubicBezTo>
                  <a:pt x="1379377" y="4374502"/>
                  <a:pt x="1573764" y="4508241"/>
                  <a:pt x="1695062" y="4572000"/>
                </a:cubicBezTo>
                <a:cubicBezTo>
                  <a:pt x="1816360" y="4635759"/>
                  <a:pt x="1878564" y="4635759"/>
                  <a:pt x="1974980" y="4655975"/>
                </a:cubicBezTo>
                <a:cubicBezTo>
                  <a:pt x="2071396" y="4676191"/>
                  <a:pt x="2111829" y="4687078"/>
                  <a:pt x="2273560" y="4693298"/>
                </a:cubicBezTo>
                <a:cubicBezTo>
                  <a:pt x="2435291" y="4699519"/>
                  <a:pt x="2677887" y="4735286"/>
                  <a:pt x="2945364" y="4693298"/>
                </a:cubicBezTo>
                <a:cubicBezTo>
                  <a:pt x="3212841" y="4651310"/>
                  <a:pt x="3610947" y="4584441"/>
                  <a:pt x="3878425" y="4441371"/>
                </a:cubicBezTo>
                <a:cubicBezTo>
                  <a:pt x="4145903" y="4298301"/>
                  <a:pt x="4363617" y="4058816"/>
                  <a:pt x="4550229" y="3834881"/>
                </a:cubicBezTo>
                <a:cubicBezTo>
                  <a:pt x="4736841" y="3610946"/>
                  <a:pt x="4903238" y="3340359"/>
                  <a:pt x="4998099" y="3097763"/>
                </a:cubicBezTo>
                <a:cubicBezTo>
                  <a:pt x="5092960" y="2855167"/>
                  <a:pt x="5119397" y="2621902"/>
                  <a:pt x="5119397" y="2379306"/>
                </a:cubicBezTo>
                <a:cubicBezTo>
                  <a:pt x="5119397" y="2136710"/>
                  <a:pt x="5085185" y="1877008"/>
                  <a:pt x="4998099" y="1642187"/>
                </a:cubicBezTo>
                <a:cubicBezTo>
                  <a:pt x="4911013" y="1407367"/>
                  <a:pt x="4783494" y="1192762"/>
                  <a:pt x="4596882" y="970383"/>
                </a:cubicBezTo>
                <a:cubicBezTo>
                  <a:pt x="4410270" y="748004"/>
                  <a:pt x="4161453" y="463420"/>
                  <a:pt x="3878425" y="307910"/>
                </a:cubicBezTo>
                <a:cubicBezTo>
                  <a:pt x="3595397" y="152400"/>
                  <a:pt x="3217507" y="74645"/>
                  <a:pt x="2898711" y="37322"/>
                </a:cubicBezTo>
                <a:cubicBezTo>
                  <a:pt x="2579915" y="0"/>
                  <a:pt x="2167813" y="62204"/>
                  <a:pt x="1965650" y="83975"/>
                </a:cubicBezTo>
                <a:cubicBezTo>
                  <a:pt x="1763487" y="105747"/>
                  <a:pt x="1808584" y="105747"/>
                  <a:pt x="1685731" y="167951"/>
                </a:cubicBezTo>
                <a:cubicBezTo>
                  <a:pt x="1562878" y="230155"/>
                  <a:pt x="1362270" y="359229"/>
                  <a:pt x="1228531" y="457200"/>
                </a:cubicBezTo>
                <a:cubicBezTo>
                  <a:pt x="1094792" y="555171"/>
                  <a:pt x="1060581" y="550506"/>
                  <a:pt x="883299" y="755779"/>
                </a:cubicBezTo>
                <a:cubicBezTo>
                  <a:pt x="706017" y="961052"/>
                  <a:pt x="306355" y="1478901"/>
                  <a:pt x="164841" y="1688840"/>
                </a:cubicBezTo>
                <a:cubicBezTo>
                  <a:pt x="23327" y="1898779"/>
                  <a:pt x="57539" y="1962539"/>
                  <a:pt x="34213" y="2015412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1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Matthew James Connolly</dc:creator>
  <cp:lastModifiedBy>Microsoft account</cp:lastModifiedBy>
  <cp:revision>26</cp:revision>
  <dcterms:created xsi:type="dcterms:W3CDTF">2015-10-05T20:49:53Z</dcterms:created>
  <dcterms:modified xsi:type="dcterms:W3CDTF">2015-10-08T06:25:16Z</dcterms:modified>
</cp:coreProperties>
</file>